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D61EC-15F5-1AEA-DE1D-61D988A94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F9AF64-B2D3-06A2-0590-0A84B422C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3ECFD-B609-B781-9FA3-F13F6935F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F8F9-4E1F-4673-8B05-0414BA30C6E7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CED7B-94D5-B059-3E62-E47E9689D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36DCF-539C-3059-9A35-1BEF47657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172B-E023-423E-8AB1-43A520D885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201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A5ABA-114D-7F4B-EB7B-C36DA0A16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C440F-D769-F6B5-88B7-DCC77CAC1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5CD58-97EC-3F68-E301-16281197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F8F9-4E1F-4673-8B05-0414BA30C6E7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2240D-B924-FF1E-10CA-48B9F801E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2AACB-FFA2-BC6F-5A93-398AE6C3E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172B-E023-423E-8AB1-43A520D885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231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0522D-B2B2-25AB-15C5-EC2FD6C6E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4F525-CCD6-E8D8-4141-E415E6B69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2FE54-3A07-1359-4335-FBBBD57B7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F8F9-4E1F-4673-8B05-0414BA30C6E7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848CD-59F3-CDF5-D3DF-BD560A54A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C36E6-79C9-27D8-7106-6AE8B4A1C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172B-E023-423E-8AB1-43A520D885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263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B7A93-B0EB-426A-35E8-1D2756E41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FD61A-F89E-8A2A-E7CC-B5A3FD93A9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ECF083-370E-CD4C-0BB2-913B468C4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8CFC1-4AF9-1DE3-A408-80BCC81F8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F8F9-4E1F-4673-8B05-0414BA30C6E7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34B84-A48F-8CA0-C61C-AFE465EAD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8437D-C11A-DD09-40FE-1350CBBA4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172B-E023-423E-8AB1-43A520D885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270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2DD90-7502-2B94-FF24-6C4775C61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2653BE-4CE8-72C6-F4D0-B936A6E42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5C96-6922-4455-0EEE-1203587D5D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5B0F2-24C5-EC01-8D55-4A51CD6F18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9728EC-4DA7-AE79-11F6-60FAD12A12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D5287C-95CF-3BB7-8B29-6870F90A5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F8F9-4E1F-4673-8B05-0414BA30C6E7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857D37-A72A-951E-B34D-78E21FBB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D9F6EE-52E2-A956-0879-F0139ADE2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172B-E023-423E-8AB1-43A520D885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014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28CB2-149E-5779-7578-26BD698E5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F90DB0-DC13-F98C-D2BC-06A29F195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F8F9-4E1F-4673-8B05-0414BA30C6E7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0BC2A3-65DB-D13E-DC6B-9A702395D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9D65D1-D527-7AF9-190D-837F3C6E0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172B-E023-423E-8AB1-43A520D885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431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56CF5A-E3BE-138D-7F0A-2219BA945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F8F9-4E1F-4673-8B05-0414BA30C6E7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A54848-7305-1124-6952-D054CF76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68D9B-F90D-937E-38DD-A0DCB2F85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172B-E023-423E-8AB1-43A520D885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948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99C00-F937-27E0-C1CA-ECF830217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7919B-9315-D605-9527-537D7E0F2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36DD3A-6742-B7A2-0D9B-8BD9670E4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5409B6-B61C-1FC9-767E-F5A88BAE1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F8F9-4E1F-4673-8B05-0414BA30C6E7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908CC-0A95-386D-2F85-B1C8C6C7F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E6FB2-DC79-275F-AF76-A4F53C0E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172B-E023-423E-8AB1-43A520D885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13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49EE0-0218-0D30-013F-FDB803E2C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0EB289-7510-6FB8-2E30-F307E3EC25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E859F-EC9B-76EF-4CBF-54972EABE8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99C8A-1AAC-D740-5C55-620781557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F8F9-4E1F-4673-8B05-0414BA30C6E7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13926-FCD4-282E-BB27-C3382F33A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674A7-ABA4-3DDA-54EB-73FEA1265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172B-E023-423E-8AB1-43A520D885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413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E29DE-F46E-6AAA-FB38-48C589E7D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69C4A5-7B73-8500-B117-9C908D9B5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1CF7B-CDFD-D40E-82C0-84A40325A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F8F9-4E1F-4673-8B05-0414BA30C6E7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45F57-1D5F-9A50-C140-89BDEEF9D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5719C-4A5D-B6AD-7A81-D23F08562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172B-E023-423E-8AB1-43A520D885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028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7CFFC4-B58F-15BC-E862-5243688363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48EFA3-112D-6473-EB72-462EA66107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8592F-B8B7-7209-D9DF-75E2F5849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F8F9-4E1F-4673-8B05-0414BA30C6E7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E4C66-D605-DE43-617E-3BFF9B185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224AA-380C-C324-0DDB-F5CD09B50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172B-E023-423E-8AB1-43A520D885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208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AD001-F1D4-AC67-DF81-0667C4CFA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38C1F-FB3A-9185-B0BC-F0E10C817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FAA44-7448-9BEB-71C0-F238F9912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F8F9-4E1F-4673-8B05-0414BA30C6E7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52E21-4EFD-40D6-78CE-CB15CE501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CE0A9-53D1-E3A7-A146-53D73050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172B-E023-423E-8AB1-43A520D885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06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AD353C-85A5-80F3-0EC2-12EDDA485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F5BE5-4846-886B-FD6B-F281C8A08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54FEC-D136-BB41-C00C-67C5FBE90F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BF8F9-4E1F-4673-8B05-0414BA30C6E7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8952B-8779-4490-D286-074870CBE7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AD511-58EC-C18A-4F6A-F9D949640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3172B-E023-423E-8AB1-43A520D885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200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B4DCF-18A7-B9A2-5D59-45A34002D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GesturePilot AI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C144E-434C-1459-4FD0-4D9C51FB2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Milestone 2: Real-time Gesture Control Test
Uploaded via Web Interface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438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C4490-DE16-425E-1170-86FC3A114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Slide 2: Navigation Test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A71CE-67EB-F3C5-13CC-00676B508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Test Open Palm for Next Slide
Test V-Sign for Previous Slide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796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8A1D6-5649-B59D-6815-FB2140D64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Slide 3: Control Commands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A57EF-C5FD-68EC-EA88-CC8134F6F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Test Thumbs Up for Presentation Mode
Test Index Only for Black Screen
Test Fist to Lock/Unlock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753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GesturePilot AI</vt:lpstr>
      <vt:lpstr>Slide 2: Navigation Test</vt:lpstr>
      <vt:lpstr>Slide 3: Control Commands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Rishith gowda P</dc:creator>
  <cp:lastModifiedBy>Rishith gowda P</cp:lastModifiedBy>
  <cp:revision>1</cp:revision>
  <dcterms:created xsi:type="dcterms:W3CDTF">2026-10-10T14:38:25Z</dcterms:created>
  <dcterms:modified xsi:type="dcterms:W3CDTF">2026-10-10T14:38:25Z</dcterms:modified>
</cp:coreProperties>
</file>